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38BDF8"/>
                </a:solidFill>
                <a:latin typeface="Segoe UI"/>
              </a:defRPr>
            </a:pPr>
            <a:r>
              <a:t>🛡️ SENTINELGATE</a:t>
            </a:r>
          </a:p>
          <a:p>
            <a:pPr>
              <a:spcAft>
                <a:spcPts val="2000"/>
              </a:spcAft>
              <a:defRPr sz="2200">
                <a:solidFill>
                  <a:srgbClr val="F8FAFC"/>
                </a:solidFill>
                <a:latin typeface="Segoe UI"/>
              </a:defRPr>
            </a:pPr>
            <a:r>
              <a:t>Adaptive Rate-Limiting &amp; Abuse Detection API Gateway</a:t>
            </a:r>
          </a:p>
          <a:p>
            <a:pPr>
              <a:defRPr sz="1400" i="1">
                <a:solidFill>
                  <a:srgbClr val="94A3B8"/>
                </a:solidFill>
                <a:latin typeface="Segoe UI"/>
              </a:defRPr>
            </a:pPr>
            <a:r>
              <a:t>Next-generation API shield combining distributed Redis Token Buckets with live Machine Learning diagnostics.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PROBLEM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The Vulnerability of Static Rate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EF4444"/>
                </a:solidFill>
                <a:latin typeface="Segoe UI"/>
              </a:defRPr>
            </a:pPr>
            <a:r>
              <a:t>Why Traditional Gateways Fail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Static rate-limiting tools apply uniform thresholds (e.g. 60 requests/minute) globally to all clients. This architecture creates a critical security mismatch:</a:t>
            </a:r>
            <a:br/>
            <a:br/>
            <a:r>
              <a:t>• Honest, bursty users are locked out during normal burst load spikes, creating high false-positive rates.</a:t>
            </a:r>
            <a:br/>
            <a:r>
              <a:t>• Malicious actors easily bypass limits using low-and-slow scraping, bot rotations, or DDoS patterns.</a:t>
            </a:r>
            <a:br/>
            <a:r>
              <a:t>• Real-time mitigation usually requires permanent manual IP blocks, leading to massive administrative overhead.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Sophisticated Attack Vectors Addressed: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Aggressive API Scraping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Repetitive, high-volume endpoint traversal aiming to steal proprietary catalog or product data.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Credential Brute-Forcing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Automated authentication attempts returning consistent 401 Unauthorized errors.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Distributed DDoS Bursts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Sudden coordinate traffic spikes intended to degrade microservice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INFRASTRUCTURE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Distributed Token Bucket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FastAPI &amp; Redis Distributed State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Rather than relying on local memory limits, SentinelGate synchronizes state across multiple gateway nodes globally:</a:t>
            </a:r>
            <a:br/>
            <a:br/>
            <a:r>
              <a:t>• Gateway Middleware: Lightweight FastAPI proxy nodes verifying requests in sub-milliseconds.</a:t>
            </a:r>
            <a:br/>
            <a:r>
              <a:t>• Distributed Redis Store: Real-time atomic token evaluation using embedded Lua script execution.</a:t>
            </a:r>
            <a:br/>
            <a:r>
              <a:t>• DB Logging Pipeline: Asynchronous SQLAlchemy task execution logging metrics without blocking core API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Distributed Engineering Terms: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Token Bucket Algorithm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An atomic algorithm tracking available 'tokens' which refill at a set rate. Capacity and refill rate scale dynamically with risk.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Lua Scripting Atomicity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Executing token calculations inside Redis in a single atomic script to prevent race conditions across parallel requests.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Resilient Fallbacks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Integrated auto-fallback logic immediately switching to InMemoryRedis and SQLite if production infrastructure drops.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INTELLIGENCE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Heuristic Risk Analysis &amp; Isolation Forest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Multi-Factor Threat Assessment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Clients are continuously monitored in sliding time windows to compute behavior diagnostics:</a:t>
            </a:r>
            <a:br/>
            <a:br/>
            <a:r>
              <a:t>• Request Rate (RPM): Current volume compared to safe baseline thresholds.</a:t>
            </a:r>
            <a:br/>
            <a:r>
              <a:t>• Burstiness (Variance): Time delta dispersion tracking machine-like rapid calls.</a:t>
            </a:r>
            <a:br/>
            <a:r>
              <a:t>• Error Rate Frequency: Percentage of unauthorized or broken endpoints reached.</a:t>
            </a:r>
            <a:br/>
            <a:r>
              <a:t>• Endpoint Repetition: Ratio of repeating targets hit, flagging scraping bots.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Machine Learning &amp; Adaptive Control: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Isolation Forest Classifier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Unsupervised machine learning model that isolates anomalous vectors without pre-labeled data. Highly sensitive to novel bot patterns.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Explainable Risk Mapping (0-100)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Heuristic flags combined with ML anomalies yield a score translating to: NORMAL (100 req/m) ➡️ MONITORED (60 req/m) ➡️ THROTTLED (10 req/m) ➡️ BLOCKED (0 req/m).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Operational Advantages &amp; Demo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Why SentinelGate Wins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• Automatic Recovery: Risk scores decay dynamically when abuse stops, preventing permanent lockouts.</a:t>
            </a:r>
            <a:br/>
            <a:r>
              <a:t>• Minimal Overhead: In-memory evaluation path maintains a sub-millisecond check latency footprint.</a:t>
            </a:r>
            <a:br/>
            <a:r>
              <a:t>• Real-Time Control Link: WebSocket telemetry pushes logs and metrics instantly to an operational dashboard.</a:t>
            </a:r>
            <a:br/>
            <a:r>
              <a:t>• Fully Deployable Stack: Built-in sandbox simulator generated out-of-the-box (Normal, DDoS, Brute Force attacks).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The Presentation Storyline: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Step 1: Establishing the Baseline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Show legitimate normal traffic passing seamlessly on the dashboard telemetry chart.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Step 2: Triggering the Attack &amp; Defending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Start a DDoS burst. Observe the threat indexes scale dynamically to automatically throttle and isolate the malicious client.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🔥 Step 3: Self-Healing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Halt the attack. Observe the risk decaying automatically and restoring client access safely.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